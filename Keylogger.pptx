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7" r:id="rId1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843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" y="2353747"/>
            <a:ext cx="4869061" cy="35219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437" y="1864281"/>
            <a:ext cx="7415927" cy="223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8803"/>
              </a:lnSpc>
              <a:buNone/>
            </a:pPr>
            <a:r>
              <a:rPr lang="en-US" sz="7042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Keyloggers</a:t>
            </a:r>
            <a:endParaRPr lang="en-US" sz="7042" dirty="0"/>
          </a:p>
        </p:txBody>
      </p:sp>
      <p:sp>
        <p:nvSpPr>
          <p:cNvPr id="7" name="Text 3"/>
          <p:cNvSpPr/>
          <p:nvPr/>
        </p:nvSpPr>
        <p:spPr>
          <a:xfrm>
            <a:off x="6350437" y="4470559"/>
            <a:ext cx="7415927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Keyloggers are a serious threat to your privacy and security. This presentation explains what they are, how they work, and what you can do to protect yourself.</a:t>
            </a:r>
            <a:endParaRPr lang="en-US" sz="1944" dirty="0"/>
          </a:p>
        </p:txBody>
      </p:sp>
      <p:sp>
        <p:nvSpPr>
          <p:cNvPr id="8" name="Shape 4"/>
          <p:cNvSpPr/>
          <p:nvPr/>
        </p:nvSpPr>
        <p:spPr>
          <a:xfrm>
            <a:off x="6350437" y="5951815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868716" y="5933361"/>
            <a:ext cx="4833461" cy="4319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243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DHARUN KUMAR V </a:t>
            </a:r>
            <a:endParaRPr lang="en-US" sz="24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043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43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5584" y="2341840"/>
            <a:ext cx="4903113" cy="3546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6412" y="641509"/>
            <a:ext cx="6123503" cy="76533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27"/>
              </a:lnSpc>
              <a:buNone/>
            </a:pPr>
            <a:r>
              <a:rPr lang="en-US" sz="4822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 Keylogger?</a:t>
            </a:r>
            <a:endParaRPr lang="en-US" sz="4822" dirty="0"/>
          </a:p>
        </p:txBody>
      </p:sp>
      <p:sp>
        <p:nvSpPr>
          <p:cNvPr id="7" name="Text 3"/>
          <p:cNvSpPr/>
          <p:nvPr/>
        </p:nvSpPr>
        <p:spPr>
          <a:xfrm>
            <a:off x="816412" y="1756648"/>
            <a:ext cx="7511177" cy="14925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39"/>
              </a:lnSpc>
              <a:buNone/>
            </a:pPr>
            <a:r>
              <a:rPr lang="en-US" sz="183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keylogger is a type of software or hardware that records your keystrokes. These programs are designed to secretly capture everything you type, including passwords, credit card numbers, and personal information.</a:t>
            </a:r>
            <a:endParaRPr lang="en-US" sz="1837" dirty="0"/>
          </a:p>
        </p:txBody>
      </p:sp>
      <p:sp>
        <p:nvSpPr>
          <p:cNvPr id="8" name="Shape 4"/>
          <p:cNvSpPr/>
          <p:nvPr/>
        </p:nvSpPr>
        <p:spPr>
          <a:xfrm>
            <a:off x="816412" y="3511629"/>
            <a:ext cx="7511177" cy="173545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9" name="Text 5"/>
          <p:cNvSpPr/>
          <p:nvPr/>
        </p:nvSpPr>
        <p:spPr>
          <a:xfrm>
            <a:off x="1049655" y="3744873"/>
            <a:ext cx="3061692" cy="3827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14"/>
              </a:lnSpc>
              <a:buNone/>
            </a:pPr>
            <a:r>
              <a:rPr lang="en-US" sz="241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Purpose of Keyloggers</a:t>
            </a:r>
            <a:endParaRPr lang="en-US" sz="2411" dirty="0"/>
          </a:p>
        </p:txBody>
      </p:sp>
      <p:sp>
        <p:nvSpPr>
          <p:cNvPr id="10" name="Text 6"/>
          <p:cNvSpPr/>
          <p:nvPr/>
        </p:nvSpPr>
        <p:spPr>
          <a:xfrm>
            <a:off x="1049655" y="4267557"/>
            <a:ext cx="7044690" cy="7462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39"/>
              </a:lnSpc>
              <a:buNone/>
            </a:pPr>
            <a:r>
              <a:rPr lang="en-US" sz="183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Keyloggers are often used by hackers to steal your identity, access your bank accounts, or commit other crimes.</a:t>
            </a:r>
            <a:endParaRPr lang="en-US" sz="1837" dirty="0"/>
          </a:p>
        </p:txBody>
      </p:sp>
      <p:sp>
        <p:nvSpPr>
          <p:cNvPr id="11" name="Shape 7"/>
          <p:cNvSpPr/>
          <p:nvPr/>
        </p:nvSpPr>
        <p:spPr>
          <a:xfrm>
            <a:off x="816412" y="5480328"/>
            <a:ext cx="7511177" cy="2108597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2" name="Text 8"/>
          <p:cNvSpPr/>
          <p:nvPr/>
        </p:nvSpPr>
        <p:spPr>
          <a:xfrm>
            <a:off x="1049655" y="5713571"/>
            <a:ext cx="3826788" cy="3827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14"/>
              </a:lnSpc>
              <a:buNone/>
            </a:pPr>
            <a:r>
              <a:rPr lang="en-US" sz="241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Consequences of Keyloggers</a:t>
            </a:r>
            <a:endParaRPr lang="en-US" sz="2411" dirty="0"/>
          </a:p>
        </p:txBody>
      </p:sp>
      <p:sp>
        <p:nvSpPr>
          <p:cNvPr id="13" name="Text 9"/>
          <p:cNvSpPr/>
          <p:nvPr/>
        </p:nvSpPr>
        <p:spPr>
          <a:xfrm>
            <a:off x="1049655" y="6236256"/>
            <a:ext cx="7044690" cy="1119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39"/>
              </a:lnSpc>
              <a:buNone/>
            </a:pPr>
            <a:r>
              <a:rPr lang="en-US" sz="1837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consequences of being infected by a keylogger can be severe, including financial loss, identity theft, and even legal repercussions.</a:t>
            </a:r>
            <a:endParaRPr lang="en-US" sz="183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1973580"/>
            <a:ext cx="6480810" cy="8099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379"/>
              </a:lnSpc>
              <a:buNone/>
            </a:pPr>
            <a:r>
              <a:rPr lang="en-US" sz="510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Keyloggers</a:t>
            </a:r>
            <a:endParaRPr lang="en-US" sz="5103" dirty="0"/>
          </a:p>
        </p:txBody>
      </p:sp>
      <p:sp>
        <p:nvSpPr>
          <p:cNvPr id="5" name="Text 3"/>
          <p:cNvSpPr/>
          <p:nvPr/>
        </p:nvSpPr>
        <p:spPr>
          <a:xfrm>
            <a:off x="864037" y="3277314"/>
            <a:ext cx="129023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Keyloggers can be classified into two main categories: software keyloggers and hardware keyloggers.</a:t>
            </a:r>
            <a:endParaRPr lang="en-US" sz="1944" dirty="0"/>
          </a:p>
        </p:txBody>
      </p:sp>
      <p:sp>
        <p:nvSpPr>
          <p:cNvPr id="6" name="Text 4"/>
          <p:cNvSpPr/>
          <p:nvPr/>
        </p:nvSpPr>
        <p:spPr>
          <a:xfrm>
            <a:off x="864037" y="4196834"/>
            <a:ext cx="3240405" cy="40505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89"/>
              </a:lnSpc>
              <a:buNone/>
            </a:pPr>
            <a:r>
              <a:rPr lang="en-US" sz="2552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Software Keyloggers</a:t>
            </a:r>
            <a:endParaRPr lang="en-US" sz="2552" dirty="0"/>
          </a:p>
        </p:txBody>
      </p:sp>
      <p:sp>
        <p:nvSpPr>
          <p:cNvPr id="7" name="Text 5"/>
          <p:cNvSpPr/>
          <p:nvPr/>
        </p:nvSpPr>
        <p:spPr>
          <a:xfrm>
            <a:off x="864037" y="4848701"/>
            <a:ext cx="6150054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keyloggers are installed on your device. They are designed to secretly record your keystrokes and send the data to the hacker.</a:t>
            </a:r>
            <a:endParaRPr lang="en-US" sz="1944" dirty="0"/>
          </a:p>
        </p:txBody>
      </p:sp>
      <p:sp>
        <p:nvSpPr>
          <p:cNvPr id="8" name="Text 6"/>
          <p:cNvSpPr/>
          <p:nvPr/>
        </p:nvSpPr>
        <p:spPr>
          <a:xfrm>
            <a:off x="7623929" y="4196834"/>
            <a:ext cx="3240405" cy="40505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89"/>
              </a:lnSpc>
              <a:buNone/>
            </a:pPr>
            <a:r>
              <a:rPr lang="en-US" sz="2552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Hardware Keyloggers</a:t>
            </a:r>
            <a:endParaRPr lang="en-US" sz="2552" dirty="0"/>
          </a:p>
        </p:txBody>
      </p:sp>
      <p:sp>
        <p:nvSpPr>
          <p:cNvPr id="9" name="Text 7"/>
          <p:cNvSpPr/>
          <p:nvPr/>
        </p:nvSpPr>
        <p:spPr>
          <a:xfrm>
            <a:off x="7623929" y="4848701"/>
            <a:ext cx="6150054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keyloggers are physical devices that are attached to your keyboard. They capture everything you type without being noticed.</a:t>
            </a:r>
            <a:endParaRPr lang="en-US" sz="194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43" y="1466612"/>
            <a:ext cx="4953595" cy="52962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32327" y="586859"/>
            <a:ext cx="5594866" cy="69925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507"/>
              </a:lnSpc>
              <a:buNone/>
            </a:pPr>
            <a:r>
              <a:rPr lang="en-US" sz="440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Keyloggers Work</a:t>
            </a:r>
            <a:endParaRPr lang="en-US" sz="4405" dirty="0"/>
          </a:p>
        </p:txBody>
      </p:sp>
      <p:sp>
        <p:nvSpPr>
          <p:cNvPr id="7" name="Text 3"/>
          <p:cNvSpPr/>
          <p:nvPr/>
        </p:nvSpPr>
        <p:spPr>
          <a:xfrm>
            <a:off x="6232327" y="1605796"/>
            <a:ext cx="7652147" cy="681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85"/>
              </a:lnSpc>
              <a:buNone/>
            </a:pPr>
            <a:r>
              <a:rPr lang="en-US" sz="167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Keyloggers work by secretly capturing and recording your keystrokes, often without your knowledge.</a:t>
            </a:r>
            <a:endParaRPr lang="en-US" sz="1678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327" y="2527459"/>
            <a:ext cx="1065609" cy="17050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17619" y="2740581"/>
            <a:ext cx="2797373" cy="3496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53"/>
              </a:lnSpc>
              <a:buNone/>
            </a:pPr>
            <a:r>
              <a:rPr lang="en-US" sz="220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Installation</a:t>
            </a:r>
            <a:endParaRPr lang="en-US" sz="2203" dirty="0"/>
          </a:p>
        </p:txBody>
      </p:sp>
      <p:sp>
        <p:nvSpPr>
          <p:cNvPr id="10" name="Text 5"/>
          <p:cNvSpPr/>
          <p:nvPr/>
        </p:nvSpPr>
        <p:spPr>
          <a:xfrm>
            <a:off x="7617619" y="3218140"/>
            <a:ext cx="6266855" cy="681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85"/>
              </a:lnSpc>
              <a:buNone/>
            </a:pPr>
            <a:r>
              <a:rPr lang="en-US" sz="167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keylogger is installed on your device or attached to your keyboard.</a:t>
            </a:r>
            <a:endParaRPr lang="en-US" sz="1678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2327" y="4232553"/>
            <a:ext cx="1065609" cy="170509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17619" y="4445675"/>
            <a:ext cx="2797373" cy="3496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53"/>
              </a:lnSpc>
              <a:buNone/>
            </a:pPr>
            <a:r>
              <a:rPr lang="en-US" sz="220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Recording</a:t>
            </a:r>
            <a:endParaRPr lang="en-US" sz="2203" dirty="0"/>
          </a:p>
        </p:txBody>
      </p:sp>
      <p:sp>
        <p:nvSpPr>
          <p:cNvPr id="13" name="Text 7"/>
          <p:cNvSpPr/>
          <p:nvPr/>
        </p:nvSpPr>
        <p:spPr>
          <a:xfrm>
            <a:off x="7617619" y="4923234"/>
            <a:ext cx="6266855" cy="3409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85"/>
              </a:lnSpc>
              <a:buNone/>
            </a:pPr>
            <a:r>
              <a:rPr lang="en-US" sz="167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keylogger silently records all the keystrokes you make.</a:t>
            </a:r>
            <a:endParaRPr lang="en-US" sz="1678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2327" y="5937647"/>
            <a:ext cx="1065609" cy="170509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17619" y="6150769"/>
            <a:ext cx="2797373" cy="3496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53"/>
              </a:lnSpc>
              <a:buNone/>
            </a:pPr>
            <a:r>
              <a:rPr lang="en-US" sz="220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Transmission</a:t>
            </a:r>
            <a:endParaRPr lang="en-US" sz="2203" dirty="0"/>
          </a:p>
        </p:txBody>
      </p:sp>
      <p:sp>
        <p:nvSpPr>
          <p:cNvPr id="16" name="Text 9"/>
          <p:cNvSpPr/>
          <p:nvPr/>
        </p:nvSpPr>
        <p:spPr>
          <a:xfrm>
            <a:off x="7617619" y="6628328"/>
            <a:ext cx="6266855" cy="681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85"/>
              </a:lnSpc>
              <a:buNone/>
            </a:pPr>
            <a:r>
              <a:rPr lang="en-US" sz="167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recorded data is sent to the hacker, either through the internet or other means.</a:t>
            </a:r>
            <a:endParaRPr lang="en-US" sz="167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13" y="1333500"/>
            <a:ext cx="4966454" cy="55624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14348" y="911662"/>
            <a:ext cx="7098506" cy="682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74"/>
              </a:lnSpc>
              <a:buNone/>
            </a:pPr>
            <a:r>
              <a:rPr lang="en-US" sz="4299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Keyloggers Are Installed</a:t>
            </a:r>
            <a:endParaRPr lang="en-US" sz="4299" dirty="0"/>
          </a:p>
        </p:txBody>
      </p:sp>
      <p:sp>
        <p:nvSpPr>
          <p:cNvPr id="7" name="Text 3"/>
          <p:cNvSpPr/>
          <p:nvPr/>
        </p:nvSpPr>
        <p:spPr>
          <a:xfrm>
            <a:off x="6214348" y="1906072"/>
            <a:ext cx="7688104" cy="665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0"/>
              </a:lnSpc>
              <a:buNone/>
            </a:pPr>
            <a:r>
              <a:rPr lang="en-US" sz="163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Keyloggers can be installed on your device in a variety of ways, often using deceptive techniques.</a:t>
            </a:r>
            <a:endParaRPr lang="en-US" sz="1638" dirty="0"/>
          </a:p>
        </p:txBody>
      </p:sp>
      <p:sp>
        <p:nvSpPr>
          <p:cNvPr id="8" name="Shape 4"/>
          <p:cNvSpPr/>
          <p:nvPr/>
        </p:nvSpPr>
        <p:spPr>
          <a:xfrm>
            <a:off x="6214348" y="3039547"/>
            <a:ext cx="467916" cy="4679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5"/>
          <p:cNvSpPr/>
          <p:nvPr/>
        </p:nvSpPr>
        <p:spPr>
          <a:xfrm>
            <a:off x="6361033" y="3109674"/>
            <a:ext cx="174546" cy="3275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79"/>
              </a:lnSpc>
              <a:buNone/>
            </a:pPr>
            <a:r>
              <a:rPr lang="en-US" sz="2579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579" dirty="0"/>
          </a:p>
        </p:txBody>
      </p:sp>
      <p:sp>
        <p:nvSpPr>
          <p:cNvPr id="10" name="Text 6"/>
          <p:cNvSpPr/>
          <p:nvPr/>
        </p:nvSpPr>
        <p:spPr>
          <a:xfrm>
            <a:off x="6890147" y="3039547"/>
            <a:ext cx="2729746" cy="3412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87"/>
              </a:lnSpc>
              <a:buNone/>
            </a:pPr>
            <a:r>
              <a:rPr lang="en-US" sz="2149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Phishing Emails</a:t>
            </a:r>
            <a:endParaRPr lang="en-US" sz="2149" dirty="0"/>
          </a:p>
        </p:txBody>
      </p:sp>
      <p:sp>
        <p:nvSpPr>
          <p:cNvPr id="11" name="Text 7"/>
          <p:cNvSpPr/>
          <p:nvPr/>
        </p:nvSpPr>
        <p:spPr>
          <a:xfrm>
            <a:off x="6890147" y="3505557"/>
            <a:ext cx="7012305" cy="665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0"/>
              </a:lnSpc>
              <a:buNone/>
            </a:pPr>
            <a:r>
              <a:rPr lang="en-US" sz="163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Hackers send fake emails that trick you into downloading and installing the keylogger.</a:t>
            </a:r>
            <a:endParaRPr lang="en-US" sz="1638" dirty="0"/>
          </a:p>
        </p:txBody>
      </p:sp>
      <p:sp>
        <p:nvSpPr>
          <p:cNvPr id="12" name="Shape 8"/>
          <p:cNvSpPr/>
          <p:nvPr/>
        </p:nvSpPr>
        <p:spPr>
          <a:xfrm>
            <a:off x="6214348" y="4612958"/>
            <a:ext cx="467916" cy="4679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9"/>
          <p:cNvSpPr/>
          <p:nvPr/>
        </p:nvSpPr>
        <p:spPr>
          <a:xfrm>
            <a:off x="6361033" y="4683085"/>
            <a:ext cx="174546" cy="3275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79"/>
              </a:lnSpc>
              <a:buNone/>
            </a:pPr>
            <a:r>
              <a:rPr lang="en-US" sz="2579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579" dirty="0"/>
          </a:p>
        </p:txBody>
      </p:sp>
      <p:sp>
        <p:nvSpPr>
          <p:cNvPr id="14" name="Text 10"/>
          <p:cNvSpPr/>
          <p:nvPr/>
        </p:nvSpPr>
        <p:spPr>
          <a:xfrm>
            <a:off x="6890147" y="4612958"/>
            <a:ext cx="2729746" cy="3412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87"/>
              </a:lnSpc>
              <a:buNone/>
            </a:pPr>
            <a:r>
              <a:rPr lang="en-US" sz="2149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Malware</a:t>
            </a:r>
            <a:endParaRPr lang="en-US" sz="2149" dirty="0"/>
          </a:p>
        </p:txBody>
      </p:sp>
      <p:sp>
        <p:nvSpPr>
          <p:cNvPr id="15" name="Text 11"/>
          <p:cNvSpPr/>
          <p:nvPr/>
        </p:nvSpPr>
        <p:spPr>
          <a:xfrm>
            <a:off x="6890147" y="5078968"/>
            <a:ext cx="7012305" cy="665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0"/>
              </a:lnSpc>
              <a:buNone/>
            </a:pPr>
            <a:r>
              <a:rPr lang="en-US" sz="163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Viruses or malware can install keyloggers on your device without your knowledge.</a:t>
            </a:r>
            <a:endParaRPr lang="en-US" sz="1638" dirty="0"/>
          </a:p>
        </p:txBody>
      </p:sp>
      <p:sp>
        <p:nvSpPr>
          <p:cNvPr id="16" name="Shape 12"/>
          <p:cNvSpPr/>
          <p:nvPr/>
        </p:nvSpPr>
        <p:spPr>
          <a:xfrm>
            <a:off x="6214348" y="6186368"/>
            <a:ext cx="467916" cy="4679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3"/>
          <p:cNvSpPr/>
          <p:nvPr/>
        </p:nvSpPr>
        <p:spPr>
          <a:xfrm>
            <a:off x="6361033" y="6256496"/>
            <a:ext cx="174546" cy="3275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79"/>
              </a:lnSpc>
              <a:buNone/>
            </a:pPr>
            <a:r>
              <a:rPr lang="en-US" sz="2579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579" dirty="0"/>
          </a:p>
        </p:txBody>
      </p:sp>
      <p:sp>
        <p:nvSpPr>
          <p:cNvPr id="18" name="Text 14"/>
          <p:cNvSpPr/>
          <p:nvPr/>
        </p:nvSpPr>
        <p:spPr>
          <a:xfrm>
            <a:off x="6890147" y="6186368"/>
            <a:ext cx="2729746" cy="3412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87"/>
              </a:lnSpc>
              <a:buNone/>
            </a:pPr>
            <a:r>
              <a:rPr lang="en-US" sz="2149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Physical Access</a:t>
            </a:r>
            <a:endParaRPr lang="en-US" sz="2149" dirty="0"/>
          </a:p>
        </p:txBody>
      </p:sp>
      <p:sp>
        <p:nvSpPr>
          <p:cNvPr id="19" name="Text 15"/>
          <p:cNvSpPr/>
          <p:nvPr/>
        </p:nvSpPr>
        <p:spPr>
          <a:xfrm>
            <a:off x="6890147" y="6652379"/>
            <a:ext cx="7012305" cy="665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0"/>
              </a:lnSpc>
              <a:buNone/>
            </a:pPr>
            <a:r>
              <a:rPr lang="en-US" sz="163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hacker can physically attach a hardware keylogger to your keyboard if they have access to your device.</a:t>
            </a:r>
            <a:endParaRPr lang="en-US" sz="163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32" y="237068"/>
            <a:ext cx="14156268" cy="78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4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66" y="338667"/>
            <a:ext cx="13580533" cy="738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9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3" y="440268"/>
            <a:ext cx="13834534" cy="726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18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865" y="2322433"/>
            <a:ext cx="4984552" cy="35847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2707" y="1195388"/>
            <a:ext cx="7738586" cy="1317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188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Signs of a Keylogger on Your Device</a:t>
            </a:r>
            <a:endParaRPr lang="en-US" sz="4150" dirty="0"/>
          </a:p>
        </p:txBody>
      </p:sp>
      <p:sp>
        <p:nvSpPr>
          <p:cNvPr id="7" name="Text 3"/>
          <p:cNvSpPr/>
          <p:nvPr/>
        </p:nvSpPr>
        <p:spPr>
          <a:xfrm>
            <a:off x="702707" y="2814042"/>
            <a:ext cx="7738586" cy="6422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30"/>
              </a:lnSpc>
              <a:buNone/>
            </a:pPr>
            <a:r>
              <a:rPr lang="en-US" sz="158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While keyloggers often operate in the background, there are certain signs that might indicate the presence of a keylogger.</a:t>
            </a:r>
            <a:endParaRPr lang="en-US" sz="1581" dirty="0"/>
          </a:p>
        </p:txBody>
      </p:sp>
      <p:sp>
        <p:nvSpPr>
          <p:cNvPr id="8" name="Shape 4"/>
          <p:cNvSpPr/>
          <p:nvPr/>
        </p:nvSpPr>
        <p:spPr>
          <a:xfrm>
            <a:off x="702707" y="3682127"/>
            <a:ext cx="7738586" cy="3352086"/>
          </a:xfrm>
          <a:prstGeom prst="roundRect">
            <a:avLst>
              <a:gd name="adj" fmla="val 8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0327" y="3689747"/>
            <a:ext cx="7723346" cy="8982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911066" y="3817739"/>
            <a:ext cx="3456384" cy="3211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30"/>
              </a:lnSpc>
              <a:buNone/>
            </a:pPr>
            <a:r>
              <a:rPr lang="en-US" sz="158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Slower Performance</a:t>
            </a:r>
            <a:endParaRPr lang="en-US" sz="1581" dirty="0"/>
          </a:p>
        </p:txBody>
      </p:sp>
      <p:sp>
        <p:nvSpPr>
          <p:cNvPr id="11" name="Text 7"/>
          <p:cNvSpPr/>
          <p:nvPr/>
        </p:nvSpPr>
        <p:spPr>
          <a:xfrm>
            <a:off x="4776549" y="3817739"/>
            <a:ext cx="3456384" cy="6422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30"/>
              </a:lnSpc>
              <a:buNone/>
            </a:pPr>
            <a:r>
              <a:rPr lang="en-US" sz="158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device may run slower than usual, lagging, and freezing.</a:t>
            </a:r>
            <a:endParaRPr lang="en-US" sz="1581" dirty="0"/>
          </a:p>
        </p:txBody>
      </p:sp>
      <p:sp>
        <p:nvSpPr>
          <p:cNvPr id="12" name="Shape 8"/>
          <p:cNvSpPr/>
          <p:nvPr/>
        </p:nvSpPr>
        <p:spPr>
          <a:xfrm>
            <a:off x="710327" y="4587954"/>
            <a:ext cx="7723346" cy="1219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911066" y="4715947"/>
            <a:ext cx="3456384" cy="3211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30"/>
              </a:lnSpc>
              <a:buNone/>
            </a:pPr>
            <a:r>
              <a:rPr lang="en-US" sz="158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Unusual Activity</a:t>
            </a:r>
            <a:endParaRPr lang="en-US" sz="1581" dirty="0"/>
          </a:p>
        </p:txBody>
      </p:sp>
      <p:sp>
        <p:nvSpPr>
          <p:cNvPr id="14" name="Text 10"/>
          <p:cNvSpPr/>
          <p:nvPr/>
        </p:nvSpPr>
        <p:spPr>
          <a:xfrm>
            <a:off x="4776549" y="4715947"/>
            <a:ext cx="3456384" cy="963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30"/>
              </a:lnSpc>
              <a:buNone/>
            </a:pPr>
            <a:r>
              <a:rPr lang="en-US" sz="158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Programs may open or close by themselves, and you may see strange activity on your screen.</a:t>
            </a:r>
            <a:endParaRPr lang="en-US" sz="1581" dirty="0"/>
          </a:p>
        </p:txBody>
      </p:sp>
      <p:sp>
        <p:nvSpPr>
          <p:cNvPr id="15" name="Shape 11"/>
          <p:cNvSpPr/>
          <p:nvPr/>
        </p:nvSpPr>
        <p:spPr>
          <a:xfrm>
            <a:off x="710327" y="5807273"/>
            <a:ext cx="7723346" cy="1219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911066" y="5935266"/>
            <a:ext cx="3456384" cy="3211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30"/>
              </a:lnSpc>
              <a:buNone/>
            </a:pPr>
            <a:r>
              <a:rPr lang="en-US" sz="158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Increased Data Usage</a:t>
            </a:r>
            <a:endParaRPr lang="en-US" sz="1581" dirty="0"/>
          </a:p>
        </p:txBody>
      </p:sp>
      <p:sp>
        <p:nvSpPr>
          <p:cNvPr id="17" name="Text 13"/>
          <p:cNvSpPr/>
          <p:nvPr/>
        </p:nvSpPr>
        <p:spPr>
          <a:xfrm>
            <a:off x="4776549" y="5935266"/>
            <a:ext cx="3456384" cy="963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30"/>
              </a:lnSpc>
              <a:buNone/>
            </a:pPr>
            <a:r>
              <a:rPr lang="en-US" sz="158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may experience unexpected data usage if a software keylogger is sending information to the hacker.</a:t>
            </a:r>
            <a:endParaRPr lang="en-US" sz="158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20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9961" y="3198138"/>
            <a:ext cx="5790248" cy="6878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16"/>
              </a:lnSpc>
              <a:buNone/>
            </a:pPr>
            <a:r>
              <a:rPr lang="en-US" sz="433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to Protect Yourself</a:t>
            </a:r>
            <a:endParaRPr lang="en-US" sz="4333" dirty="0"/>
          </a:p>
        </p:txBody>
      </p:sp>
      <p:sp>
        <p:nvSpPr>
          <p:cNvPr id="6" name="Text 3"/>
          <p:cNvSpPr/>
          <p:nvPr/>
        </p:nvSpPr>
        <p:spPr>
          <a:xfrm>
            <a:off x="1589961" y="4200287"/>
            <a:ext cx="11450479" cy="3353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41"/>
              </a:lnSpc>
              <a:buNone/>
            </a:pPr>
            <a:r>
              <a:rPr lang="en-US" sz="165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are several steps you can take to protect yourself from keyloggers.</a:t>
            </a:r>
            <a:endParaRPr lang="en-US" sz="1651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961" y="4771430"/>
            <a:ext cx="523994" cy="523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89961" y="5504974"/>
            <a:ext cx="2626876" cy="3438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08"/>
              </a:lnSpc>
              <a:buNone/>
            </a:pPr>
            <a:r>
              <a:rPr lang="en-US" sz="2166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Antivirus Software</a:t>
            </a:r>
            <a:endParaRPr lang="en-US" sz="2166" dirty="0"/>
          </a:p>
        </p:txBody>
      </p:sp>
      <p:sp>
        <p:nvSpPr>
          <p:cNvPr id="9" name="Text 5"/>
          <p:cNvSpPr/>
          <p:nvPr/>
        </p:nvSpPr>
        <p:spPr>
          <a:xfrm>
            <a:off x="1589961" y="5974556"/>
            <a:ext cx="2626876" cy="1676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41"/>
              </a:lnSpc>
              <a:buNone/>
            </a:pPr>
            <a:r>
              <a:rPr lang="en-US" sz="165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your antivirus software updated and perform regular scans to detect and remove keyloggers.</a:t>
            </a:r>
            <a:endParaRPr lang="en-US" sz="1651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162" y="4771430"/>
            <a:ext cx="523994" cy="523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31162" y="5504974"/>
            <a:ext cx="2626876" cy="3438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08"/>
              </a:lnSpc>
              <a:buNone/>
            </a:pPr>
            <a:r>
              <a:rPr lang="en-US" sz="2166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Physical Security</a:t>
            </a:r>
            <a:endParaRPr lang="en-US" sz="2166" dirty="0"/>
          </a:p>
        </p:txBody>
      </p:sp>
      <p:sp>
        <p:nvSpPr>
          <p:cNvPr id="12" name="Text 7"/>
          <p:cNvSpPr/>
          <p:nvPr/>
        </p:nvSpPr>
        <p:spPr>
          <a:xfrm>
            <a:off x="4531162" y="5974556"/>
            <a:ext cx="2626876" cy="1676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41"/>
              </a:lnSpc>
              <a:buNone/>
            </a:pPr>
            <a:r>
              <a:rPr lang="en-US" sz="165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your devices secure to prevent anyone from attaching a hardware keylogger to your keyboard.</a:t>
            </a:r>
            <a:endParaRPr lang="en-US" sz="1651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2363" y="4771430"/>
            <a:ext cx="523994" cy="523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72363" y="5504974"/>
            <a:ext cx="2626876" cy="3438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08"/>
              </a:lnSpc>
              <a:buNone/>
            </a:pPr>
            <a:r>
              <a:rPr lang="en-US" sz="2166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Suspicious Links</a:t>
            </a:r>
            <a:endParaRPr lang="en-US" sz="2166" dirty="0"/>
          </a:p>
        </p:txBody>
      </p:sp>
      <p:sp>
        <p:nvSpPr>
          <p:cNvPr id="15" name="Text 9"/>
          <p:cNvSpPr/>
          <p:nvPr/>
        </p:nvSpPr>
        <p:spPr>
          <a:xfrm>
            <a:off x="7472363" y="5974556"/>
            <a:ext cx="2626876" cy="13415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41"/>
              </a:lnSpc>
              <a:buNone/>
            </a:pPr>
            <a:r>
              <a:rPr lang="en-US" sz="165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clicking on suspicious links or downloading attachments from unknown emails.</a:t>
            </a:r>
            <a:endParaRPr lang="en-US" sz="1651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3563" y="4771430"/>
            <a:ext cx="523994" cy="5239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413563" y="5504974"/>
            <a:ext cx="2626876" cy="3438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08"/>
              </a:lnSpc>
              <a:buNone/>
            </a:pPr>
            <a:r>
              <a:rPr lang="en-US" sz="2166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Regular Scans</a:t>
            </a:r>
            <a:endParaRPr lang="en-US" sz="2166" dirty="0"/>
          </a:p>
        </p:txBody>
      </p:sp>
      <p:sp>
        <p:nvSpPr>
          <p:cNvPr id="18" name="Text 11"/>
          <p:cNvSpPr/>
          <p:nvPr/>
        </p:nvSpPr>
        <p:spPr>
          <a:xfrm>
            <a:off x="10413563" y="5974556"/>
            <a:ext cx="2626876" cy="13415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41"/>
              </a:lnSpc>
              <a:buNone/>
            </a:pPr>
            <a:r>
              <a:rPr lang="en-US" sz="165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 regular security scans on your device to detect any potential threats.</a:t>
            </a:r>
            <a:endParaRPr lang="en-US" sz="165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4" y="846668"/>
            <a:ext cx="9782223" cy="6553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867" y="1710268"/>
            <a:ext cx="4402665" cy="463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34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504</Words>
  <Application>Microsoft Office PowerPoint</Application>
  <PresentationFormat>Custom</PresentationFormat>
  <Paragraphs>59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DM Sans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</cp:revision>
  <dcterms:created xsi:type="dcterms:W3CDTF">2024-08-08T16:13:31Z</dcterms:created>
  <dcterms:modified xsi:type="dcterms:W3CDTF">2024-08-09T10:11:12Z</dcterms:modified>
</cp:coreProperties>
</file>